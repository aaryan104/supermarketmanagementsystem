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4" r:id="rId1"/>
  </p:sldMasterIdLst>
  <p:notesMasterIdLst>
    <p:notesMasterId r:id="rId23"/>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7"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56" y="-10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B24F15-2D99-42ED-BFA1-375399830BED}" type="datetimeFigureOut">
              <a:rPr lang="en-US" smtClean="0"/>
              <a:pPr/>
              <a:t>30/09/2024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DA6C73-FEDD-4F5E-BE10-F0FD6D68C1F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3DA6C73-FEDD-4F5E-BE10-F0FD6D68C1F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861265A6-3ECF-4973-A1A1-012CC8A4CEE6}" type="datetimeFigureOut">
              <a:rPr lang="en-US" smtClean="0"/>
              <a:pPr/>
              <a:t>30/09/2024</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0AD1885F-2D7F-4D81-BE67-6A27CD2AF909}"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861265A6-3ECF-4973-A1A1-012CC8A4CEE6}" type="datetimeFigureOut">
              <a:rPr lang="en-US" smtClean="0"/>
              <a:pPr/>
              <a:t>30/09/2024</a:t>
            </a:fld>
            <a:endParaRPr lang="en-US"/>
          </a:p>
        </p:txBody>
      </p:sp>
      <p:sp>
        <p:nvSpPr>
          <p:cNvPr id="9" name="Slide Number Placeholder 8"/>
          <p:cNvSpPr>
            <a:spLocks noGrp="1"/>
          </p:cNvSpPr>
          <p:nvPr>
            <p:ph type="sldNum" sz="quarter" idx="15"/>
          </p:nvPr>
        </p:nvSpPr>
        <p:spPr/>
        <p:txBody>
          <a:bodyPr rtlCol="0"/>
          <a:lstStyle/>
          <a:p>
            <a:fld id="{0AD1885F-2D7F-4D81-BE67-6A27CD2AF909}"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861265A6-3ECF-4973-A1A1-012CC8A4CEE6}" type="datetimeFigureOut">
              <a:rPr lang="en-US" smtClean="0"/>
              <a:pPr/>
              <a:t>30/09/2024</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0AD1885F-2D7F-4D81-BE67-6A27CD2AF909}"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61265A6-3ECF-4973-A1A1-012CC8A4CEE6}" type="datetimeFigureOut">
              <a:rPr lang="en-US" smtClean="0"/>
              <a:pPr/>
              <a:t>30/09/2024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1885F-2D7F-4D81-BE67-6A27CD2AF909}"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861265A6-3ECF-4973-A1A1-012CC8A4CEE6}" type="datetimeFigureOut">
              <a:rPr lang="en-US" smtClean="0"/>
              <a:pPr/>
              <a:t>30/09/2024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D1885F-2D7F-4D81-BE67-6A27CD2AF909}"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861265A6-3ECF-4973-A1A1-012CC8A4CEE6}" type="datetimeFigureOut">
              <a:rPr lang="en-US" smtClean="0"/>
              <a:pPr/>
              <a:t>30/09/2024</a:t>
            </a:fld>
            <a:endParaRPr lang="en-US"/>
          </a:p>
        </p:txBody>
      </p:sp>
      <p:sp>
        <p:nvSpPr>
          <p:cNvPr id="7" name="Slide Number Placeholder 6"/>
          <p:cNvSpPr>
            <a:spLocks noGrp="1"/>
          </p:cNvSpPr>
          <p:nvPr>
            <p:ph type="sldNum" sz="quarter" idx="11"/>
          </p:nvPr>
        </p:nvSpPr>
        <p:spPr/>
        <p:txBody>
          <a:bodyPr rtlCol="0"/>
          <a:lstStyle/>
          <a:p>
            <a:fld id="{0AD1885F-2D7F-4D81-BE67-6A27CD2AF909}"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1265A6-3ECF-4973-A1A1-012CC8A4CEE6}" type="datetimeFigureOut">
              <a:rPr lang="en-US" smtClean="0"/>
              <a:pPr/>
              <a:t>30/09/2024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D1885F-2D7F-4D81-BE67-6A27CD2AF90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861265A6-3ECF-4973-A1A1-012CC8A4CEE6}" type="datetimeFigureOut">
              <a:rPr lang="en-US" smtClean="0"/>
              <a:pPr/>
              <a:t>30/09/2024</a:t>
            </a:fld>
            <a:endParaRPr lang="en-US"/>
          </a:p>
        </p:txBody>
      </p:sp>
      <p:sp>
        <p:nvSpPr>
          <p:cNvPr id="22" name="Slide Number Placeholder 21"/>
          <p:cNvSpPr>
            <a:spLocks noGrp="1"/>
          </p:cNvSpPr>
          <p:nvPr>
            <p:ph type="sldNum" sz="quarter" idx="15"/>
          </p:nvPr>
        </p:nvSpPr>
        <p:spPr/>
        <p:txBody>
          <a:bodyPr rtlCol="0"/>
          <a:lstStyle/>
          <a:p>
            <a:fld id="{0AD1885F-2D7F-4D81-BE67-6A27CD2AF909}"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61265A6-3ECF-4973-A1A1-012CC8A4CEE6}" type="datetimeFigureOut">
              <a:rPr lang="en-US" smtClean="0"/>
              <a:pPr/>
              <a:t>30/09/2024</a:t>
            </a:fld>
            <a:endParaRPr lang="en-US"/>
          </a:p>
        </p:txBody>
      </p:sp>
      <p:sp>
        <p:nvSpPr>
          <p:cNvPr id="18" name="Slide Number Placeholder 17"/>
          <p:cNvSpPr>
            <a:spLocks noGrp="1"/>
          </p:cNvSpPr>
          <p:nvPr>
            <p:ph type="sldNum" sz="quarter" idx="11"/>
          </p:nvPr>
        </p:nvSpPr>
        <p:spPr/>
        <p:txBody>
          <a:bodyPr rtlCol="0"/>
          <a:lstStyle/>
          <a:p>
            <a:fld id="{0AD1885F-2D7F-4D81-BE67-6A27CD2AF909}"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1265A6-3ECF-4973-A1A1-012CC8A4CEE6}" type="datetimeFigureOut">
              <a:rPr lang="en-US" smtClean="0"/>
              <a:pPr/>
              <a:t>30/09/2024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1885F-2D7F-4D81-BE67-6A27CD2AF9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1265A6-3ECF-4973-A1A1-012CC8A4CEE6}" type="datetimeFigureOut">
              <a:rPr lang="en-US" smtClean="0"/>
              <a:pPr/>
              <a:t>30/09/2024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1885F-2D7F-4D81-BE67-6A27CD2AF9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861265A6-3ECF-4973-A1A1-012CC8A4CEE6}" type="datetimeFigureOut">
              <a:rPr lang="en-US" smtClean="0"/>
              <a:pPr/>
              <a:t>30/09/2024</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AD1885F-2D7F-4D81-BE67-6A27CD2AF90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a:t>
            </a:r>
            <a:r>
              <a:rPr smtClean="0"/>
              <a:t>elcome</a:t>
            </a:r>
            <a:endParaRPr lang="en-US" dirty="0"/>
          </a:p>
        </p:txBody>
      </p:sp>
      <p:sp>
        <p:nvSpPr>
          <p:cNvPr id="3" name="Subtitle 2"/>
          <p:cNvSpPr>
            <a:spLocks noGrp="1"/>
          </p:cNvSpPr>
          <p:nvPr>
            <p:ph type="subTitle" idx="1"/>
          </p:nvPr>
        </p:nvSpPr>
        <p:spPr/>
        <p:txBody>
          <a:bodyPr/>
          <a:lstStyle/>
          <a:p>
            <a:r>
              <a:rPr lang="en-US" dirty="0" smtClean="0"/>
              <a:t>Project information</a:t>
            </a:r>
            <a:endParaRPr lang="en-US" dirty="0"/>
          </a:p>
        </p:txBody>
      </p:sp>
    </p:spTree>
  </p:cSld>
  <p:clrMapOvr>
    <a:masterClrMapping/>
  </p:clrMapOvr>
  <p:transition>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buFont typeface="Wingdings" pitchFamily="2" charset="2"/>
              <a:buChar char="q"/>
            </a:pPr>
            <a:r>
              <a:rPr b="1" u="sng" smtClean="0"/>
              <a:t>Title</a:t>
            </a:r>
            <a:endParaRPr lang="en-US" b="1" u="sng" dirty="0"/>
          </a:p>
        </p:txBody>
      </p:sp>
      <p:sp>
        <p:nvSpPr>
          <p:cNvPr id="2" name="Content Placeholder 1"/>
          <p:cNvSpPr>
            <a:spLocks noGrp="1"/>
          </p:cNvSpPr>
          <p:nvPr>
            <p:ph sz="quarter" idx="1"/>
          </p:nvPr>
        </p:nvSpPr>
        <p:spPr>
          <a:xfrm>
            <a:off x="457200" y="1600200"/>
            <a:ext cx="7901014" cy="4873752"/>
          </a:xfrm>
        </p:spPr>
        <p:txBody>
          <a:bodyPr>
            <a:normAutofit/>
          </a:bodyPr>
          <a:lstStyle/>
          <a:p>
            <a:pPr>
              <a:buFont typeface="Wingdings" pitchFamily="2" charset="2"/>
              <a:buChar char="Ø"/>
            </a:pPr>
            <a:r>
              <a:rPr lang="en-US" dirty="0" smtClean="0">
                <a:latin typeface="Arial Black" pitchFamily="34" charset="0"/>
              </a:rPr>
              <a:t>Title </a:t>
            </a:r>
            <a:r>
              <a:rPr lang="en-US" dirty="0" smtClean="0"/>
              <a:t>        : Super Marketing Management System</a:t>
            </a:r>
          </a:p>
          <a:p>
            <a:pPr>
              <a:buFont typeface="Wingdings" pitchFamily="2" charset="2"/>
              <a:buChar char="Ø"/>
            </a:pPr>
            <a:r>
              <a:rPr lang="en-US" dirty="0" smtClean="0">
                <a:latin typeface="Arial Black" pitchFamily="34" charset="0"/>
              </a:rPr>
              <a:t>System</a:t>
            </a:r>
            <a:r>
              <a:rPr lang="en-US" dirty="0" smtClean="0"/>
              <a:t>    : Web Application</a:t>
            </a:r>
          </a:p>
          <a:p>
            <a:pPr>
              <a:buFont typeface="Wingdings" pitchFamily="2" charset="2"/>
              <a:buChar char="Ø"/>
            </a:pPr>
            <a:r>
              <a:rPr lang="en-US" dirty="0" smtClean="0">
                <a:latin typeface="Arial Black" pitchFamily="34" charset="0"/>
              </a:rPr>
              <a:t>Project Creators </a:t>
            </a:r>
            <a:r>
              <a:rPr lang="en-US" dirty="0" smtClean="0"/>
              <a:t>: </a:t>
            </a:r>
            <a:r>
              <a:rPr lang="en-US" dirty="0" err="1" smtClean="0"/>
              <a:t>Aaryan</a:t>
            </a:r>
            <a:r>
              <a:rPr lang="en-US" dirty="0" smtClean="0"/>
              <a:t> </a:t>
            </a:r>
            <a:r>
              <a:rPr lang="en-US" dirty="0" err="1" smtClean="0"/>
              <a:t>Mangukiya</a:t>
            </a:r>
            <a:r>
              <a:rPr lang="en-US" dirty="0" smtClean="0"/>
              <a:t>,</a:t>
            </a:r>
          </a:p>
          <a:p>
            <a:pPr>
              <a:buNone/>
            </a:pPr>
            <a:r>
              <a:rPr lang="en-US" dirty="0" smtClean="0"/>
              <a:t>                                       </a:t>
            </a:r>
            <a:r>
              <a:rPr lang="en-US" dirty="0" err="1" smtClean="0"/>
              <a:t>Ronit</a:t>
            </a:r>
            <a:r>
              <a:rPr lang="en-US" dirty="0" smtClean="0"/>
              <a:t> </a:t>
            </a:r>
            <a:r>
              <a:rPr lang="en-US" dirty="0" err="1" smtClean="0"/>
              <a:t>Korat</a:t>
            </a:r>
            <a:r>
              <a:rPr lang="en-US" dirty="0" smtClean="0"/>
              <a:t>,                                                                                                  </a:t>
            </a:r>
          </a:p>
          <a:p>
            <a:pPr>
              <a:buNone/>
            </a:pPr>
            <a:r>
              <a:rPr lang="en-US" dirty="0" smtClean="0"/>
              <a:t>                                       </a:t>
            </a:r>
            <a:r>
              <a:rPr lang="en-US" dirty="0" err="1" smtClean="0"/>
              <a:t>Shivam</a:t>
            </a:r>
            <a:r>
              <a:rPr lang="en-US" dirty="0" smtClean="0"/>
              <a:t> </a:t>
            </a:r>
            <a:r>
              <a:rPr lang="en-US" dirty="0" err="1" smtClean="0"/>
              <a:t>Dholeriya</a:t>
            </a:r>
            <a:r>
              <a:rPr lang="en-US" dirty="0" smtClean="0"/>
              <a:t>,                              </a:t>
            </a:r>
          </a:p>
          <a:p>
            <a:pPr>
              <a:buNone/>
            </a:pPr>
            <a:r>
              <a:rPr lang="en-US" dirty="0" smtClean="0"/>
              <a:t>                                       </a:t>
            </a:r>
            <a:r>
              <a:rPr lang="en-US" dirty="0" err="1" smtClean="0"/>
              <a:t>Divyam</a:t>
            </a:r>
            <a:r>
              <a:rPr lang="en-US" dirty="0" smtClean="0"/>
              <a:t> </a:t>
            </a:r>
            <a:r>
              <a:rPr lang="en-US" dirty="0" err="1" smtClean="0"/>
              <a:t>Gabani</a:t>
            </a:r>
            <a:r>
              <a:rPr lang="en-US" dirty="0" smtClean="0"/>
              <a:t>.</a:t>
            </a:r>
          </a:p>
          <a:p>
            <a:pPr>
              <a:buFont typeface="Wingdings" pitchFamily="2" charset="2"/>
              <a:buChar char="Ø"/>
            </a:pPr>
            <a:r>
              <a:rPr lang="en-US" dirty="0" smtClean="0">
                <a:latin typeface="Arial Black" pitchFamily="34" charset="0"/>
              </a:rPr>
              <a:t>Institution</a:t>
            </a:r>
            <a:r>
              <a:rPr lang="en-US" dirty="0" smtClean="0"/>
              <a:t> : Shree </a:t>
            </a:r>
            <a:r>
              <a:rPr lang="en-US" dirty="0" err="1" smtClean="0"/>
              <a:t>Ramkrishna</a:t>
            </a:r>
            <a:r>
              <a:rPr lang="en-US" dirty="0" smtClean="0"/>
              <a:t> Institute of     Computer Education  And  Applied Sciences</a:t>
            </a:r>
          </a:p>
          <a:p>
            <a:pPr>
              <a:buFont typeface="Wingdings" pitchFamily="2" charset="2"/>
              <a:buChar char="Ø"/>
            </a:pPr>
            <a:r>
              <a:rPr lang="en-US" dirty="0" smtClean="0">
                <a:latin typeface="Arial Black" pitchFamily="34" charset="0"/>
              </a:rPr>
              <a:t>Date</a:t>
            </a:r>
            <a:r>
              <a:rPr lang="en-US" dirty="0" smtClean="0"/>
              <a:t>           : 06 September 2024</a:t>
            </a:r>
          </a:p>
        </p:txBody>
      </p:sp>
    </p:spTree>
  </p:cSld>
  <p:clrMapOvr>
    <a:masterClrMapping/>
  </p:clrMapOvr>
  <p:transition>
    <p:cover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7710518" cy="1154098"/>
          </a:xfrm>
        </p:spPr>
        <p:txBody>
          <a:bodyPr/>
          <a:lstStyle/>
          <a:p>
            <a:pPr>
              <a:buFont typeface="Wingdings" pitchFamily="2" charset="2"/>
              <a:buChar char="q"/>
            </a:pPr>
            <a:r>
              <a:rPr lang="en-US" b="1" u="sng" dirty="0" smtClean="0"/>
              <a:t>Project definition</a:t>
            </a:r>
            <a:endParaRPr lang="en-US" b="1" u="sng" dirty="0"/>
          </a:p>
        </p:txBody>
      </p:sp>
      <p:sp>
        <p:nvSpPr>
          <p:cNvPr id="3" name="Content Placeholder 2"/>
          <p:cNvSpPr>
            <a:spLocks noGrp="1"/>
          </p:cNvSpPr>
          <p:nvPr>
            <p:ph sz="quarter" idx="1"/>
          </p:nvPr>
        </p:nvSpPr>
        <p:spPr>
          <a:xfrm>
            <a:off x="5357818" y="1571612"/>
            <a:ext cx="2643206" cy="4516562"/>
          </a:xfrm>
        </p:spPr>
        <p:txBody>
          <a:bodyPr>
            <a:noAutofit/>
          </a:bodyPr>
          <a:lstStyle/>
          <a:p>
            <a:r>
              <a:rPr lang="en-US" sz="1800" dirty="0" smtClean="0"/>
              <a:t>A Supermarket Billing System is a software application designed to automate the process of generating bills for purchases made in a supermarket. It records item details, calculates the total cost, applies discounts, and generates invoices.</a:t>
            </a:r>
            <a:endParaRPr lang="en-US" sz="1800" dirty="0"/>
          </a:p>
        </p:txBody>
      </p:sp>
      <p:pic>
        <p:nvPicPr>
          <p:cNvPr id="4" name="Content Placeholder 7" descr="WhatsApp Image 2024-09-03 at 5.57.42 PM.jpeg"/>
          <p:cNvPicPr>
            <a:picLocks noChangeAspect="1"/>
          </p:cNvPicPr>
          <p:nvPr/>
        </p:nvPicPr>
        <p:blipFill>
          <a:blip r:embed="rId3"/>
          <a:stretch>
            <a:fillRect/>
          </a:stretch>
        </p:blipFill>
        <p:spPr>
          <a:xfrm>
            <a:off x="357158" y="2086228"/>
            <a:ext cx="4929222" cy="3171828"/>
          </a:xfrm>
          <a:prstGeom prst="rect">
            <a:avLst/>
          </a:prstGeom>
        </p:spPr>
      </p:pic>
    </p:spTree>
  </p:cSld>
  <p:clrMapOvr>
    <a:masterClrMapping/>
  </p:clrMapOvr>
  <p:transition>
    <p:cover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q"/>
            </a:pPr>
            <a:r>
              <a:rPr lang="en-US" b="1" u="sng" dirty="0" smtClean="0"/>
              <a:t>Project objective</a:t>
            </a:r>
            <a:endParaRPr lang="en-US" b="1" u="sng" dirty="0"/>
          </a:p>
        </p:txBody>
      </p:sp>
      <p:sp>
        <p:nvSpPr>
          <p:cNvPr id="3" name="Content Placeholder 2"/>
          <p:cNvSpPr>
            <a:spLocks noGrp="1"/>
          </p:cNvSpPr>
          <p:nvPr>
            <p:ph sz="quarter" idx="1"/>
          </p:nvPr>
        </p:nvSpPr>
        <p:spPr>
          <a:xfrm>
            <a:off x="457200" y="1600200"/>
            <a:ext cx="7467600" cy="1971676"/>
          </a:xfrm>
        </p:spPr>
        <p:txBody>
          <a:bodyPr>
            <a:normAutofit/>
          </a:bodyPr>
          <a:lstStyle/>
          <a:p>
            <a:r>
              <a:rPr lang="en-US" sz="2000" dirty="0" smtClean="0"/>
              <a:t>The objective of a Supermarket Billing System is to streamline and automate the billing process, ensuring quick, accurate, and reducing manual errors, and improving overall customer service.</a:t>
            </a:r>
            <a:endParaRPr lang="en-US" sz="2000" dirty="0"/>
          </a:p>
        </p:txBody>
      </p:sp>
      <p:pic>
        <p:nvPicPr>
          <p:cNvPr id="5" name="Picture 4" descr="WhatsApp Image 2024-09-05 at 8.14.33 PM.jpeg"/>
          <p:cNvPicPr>
            <a:picLocks noChangeAspect="1"/>
          </p:cNvPicPr>
          <p:nvPr/>
        </p:nvPicPr>
        <p:blipFill>
          <a:blip r:embed="rId2"/>
          <a:stretch>
            <a:fillRect/>
          </a:stretch>
        </p:blipFill>
        <p:spPr>
          <a:xfrm>
            <a:off x="428596" y="3357562"/>
            <a:ext cx="7429552" cy="3214710"/>
          </a:xfrm>
          <a:prstGeom prst="rect">
            <a:avLst/>
          </a:prstGeom>
        </p:spPr>
      </p:pic>
    </p:spTree>
  </p:cSld>
  <p:clrMapOvr>
    <a:masterClrMapping/>
  </p:clrMapOvr>
  <p:transition>
    <p:cover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q"/>
            </a:pPr>
            <a:r>
              <a:rPr lang="en-US" b="1" u="sng" dirty="0" smtClean="0"/>
              <a:t>Project information</a:t>
            </a:r>
            <a:endParaRPr lang="en-US" dirty="0"/>
          </a:p>
        </p:txBody>
      </p:sp>
      <p:sp>
        <p:nvSpPr>
          <p:cNvPr id="3" name="Content Placeholder 2"/>
          <p:cNvSpPr>
            <a:spLocks noGrp="1"/>
          </p:cNvSpPr>
          <p:nvPr>
            <p:ph sz="quarter" idx="1"/>
          </p:nvPr>
        </p:nvSpPr>
        <p:spPr/>
        <p:txBody>
          <a:bodyPr/>
          <a:lstStyle/>
          <a:p>
            <a:endParaRPr lang="en-US" dirty="0"/>
          </a:p>
        </p:txBody>
      </p:sp>
      <p:sp>
        <p:nvSpPr>
          <p:cNvPr id="4" name="Oval 3"/>
          <p:cNvSpPr/>
          <p:nvPr/>
        </p:nvSpPr>
        <p:spPr>
          <a:xfrm>
            <a:off x="3071802" y="3429000"/>
            <a:ext cx="2143140" cy="12144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FFFF00"/>
                </a:solidFill>
              </a:rPr>
              <a:t>SUPER MARKET</a:t>
            </a:r>
            <a:endParaRPr lang="en-US" b="1" dirty="0">
              <a:solidFill>
                <a:srgbClr val="FFFF00"/>
              </a:solidFill>
            </a:endParaRPr>
          </a:p>
        </p:txBody>
      </p:sp>
      <p:sp>
        <p:nvSpPr>
          <p:cNvPr id="7" name="Rounded Rectangle 6"/>
          <p:cNvSpPr/>
          <p:nvPr/>
        </p:nvSpPr>
        <p:spPr>
          <a:xfrm>
            <a:off x="3428992" y="2357430"/>
            <a:ext cx="1785950" cy="6429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Home Page</a:t>
            </a:r>
            <a:endParaRPr lang="en-US" dirty="0"/>
          </a:p>
        </p:txBody>
      </p:sp>
      <p:cxnSp>
        <p:nvCxnSpPr>
          <p:cNvPr id="11" name="Elbow Connector 10"/>
          <p:cNvCxnSpPr/>
          <p:nvPr/>
        </p:nvCxnSpPr>
        <p:spPr>
          <a:xfrm flipV="1">
            <a:off x="5143504" y="4071942"/>
            <a:ext cx="571504" cy="14287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5715008" y="3643314"/>
            <a:ext cx="1857388" cy="7143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About Us</a:t>
            </a:r>
            <a:endParaRPr lang="en-US" dirty="0"/>
          </a:p>
        </p:txBody>
      </p:sp>
      <p:sp>
        <p:nvSpPr>
          <p:cNvPr id="13" name="Rounded Rectangle 12"/>
          <p:cNvSpPr/>
          <p:nvPr/>
        </p:nvSpPr>
        <p:spPr>
          <a:xfrm>
            <a:off x="4429124" y="5214950"/>
            <a:ext cx="1500198" cy="6429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Contact Us</a:t>
            </a:r>
            <a:endParaRPr lang="en-US" dirty="0"/>
          </a:p>
        </p:txBody>
      </p:sp>
      <p:sp>
        <p:nvSpPr>
          <p:cNvPr id="14" name="Rounded Rectangle 13"/>
          <p:cNvSpPr/>
          <p:nvPr/>
        </p:nvSpPr>
        <p:spPr>
          <a:xfrm>
            <a:off x="1285852" y="4857760"/>
            <a:ext cx="1714512" cy="6429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Login Page</a:t>
            </a:r>
            <a:endParaRPr lang="en-US" dirty="0"/>
          </a:p>
        </p:txBody>
      </p:sp>
      <p:sp>
        <p:nvSpPr>
          <p:cNvPr id="15" name="Rounded Rectangle 14"/>
          <p:cNvSpPr/>
          <p:nvPr/>
        </p:nvSpPr>
        <p:spPr>
          <a:xfrm>
            <a:off x="857224" y="3143248"/>
            <a:ext cx="1785950" cy="7143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Create Account</a:t>
            </a:r>
            <a:endParaRPr lang="en-US" dirty="0"/>
          </a:p>
        </p:txBody>
      </p:sp>
      <p:cxnSp>
        <p:nvCxnSpPr>
          <p:cNvPr id="19" name="Straight Arrow Connector 18"/>
          <p:cNvCxnSpPr>
            <a:stCxn id="4" idx="3"/>
          </p:cNvCxnSpPr>
          <p:nvPr/>
        </p:nvCxnSpPr>
        <p:spPr>
          <a:xfrm rot="5400000">
            <a:off x="2961210" y="4433313"/>
            <a:ext cx="392167" cy="456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4" idx="2"/>
            <a:endCxn id="15" idx="2"/>
          </p:cNvCxnSpPr>
          <p:nvPr/>
        </p:nvCxnSpPr>
        <p:spPr>
          <a:xfrm rot="10800000">
            <a:off x="1750200" y="3857629"/>
            <a:ext cx="1321603" cy="17859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4" idx="0"/>
          </p:cNvCxnSpPr>
          <p:nvPr/>
        </p:nvCxnSpPr>
        <p:spPr>
          <a:xfrm rot="5400000" flipH="1" flipV="1">
            <a:off x="3929058" y="3214686"/>
            <a:ext cx="428628"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Elbow Connector 35"/>
          <p:cNvCxnSpPr>
            <a:stCxn id="4" idx="4"/>
            <a:endCxn id="13" idx="1"/>
          </p:cNvCxnSpPr>
          <p:nvPr/>
        </p:nvCxnSpPr>
        <p:spPr>
          <a:xfrm rot="16200000" flipH="1">
            <a:off x="3839761" y="4947057"/>
            <a:ext cx="892975" cy="28575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over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54032"/>
          </a:xfrm>
        </p:spPr>
        <p:txBody>
          <a:bodyPr/>
          <a:lstStyle/>
          <a:p>
            <a:pPr>
              <a:buFont typeface="Wingdings" pitchFamily="2" charset="2"/>
              <a:buChar char="v"/>
            </a:pPr>
            <a:r>
              <a:rPr lang="en-US" b="1" u="sng" dirty="0" smtClean="0"/>
              <a:t>Home page</a:t>
            </a:r>
            <a:endParaRPr lang="en-US" b="1" u="sng" dirty="0"/>
          </a:p>
        </p:txBody>
      </p:sp>
      <p:sp>
        <p:nvSpPr>
          <p:cNvPr id="3" name="Content Placeholder 2"/>
          <p:cNvSpPr>
            <a:spLocks noGrp="1"/>
          </p:cNvSpPr>
          <p:nvPr>
            <p:ph sz="quarter" idx="1"/>
          </p:nvPr>
        </p:nvSpPr>
        <p:spPr>
          <a:xfrm>
            <a:off x="5286380" y="1600200"/>
            <a:ext cx="2638420" cy="4873752"/>
          </a:xfrm>
        </p:spPr>
        <p:txBody>
          <a:bodyPr/>
          <a:lstStyle/>
          <a:p>
            <a:r>
              <a:rPr lang="en-US" dirty="0" smtClean="0"/>
              <a:t>home</a:t>
            </a:r>
            <a:endParaRPr lang="en-US" dirty="0"/>
          </a:p>
        </p:txBody>
      </p:sp>
      <p:pic>
        <p:nvPicPr>
          <p:cNvPr id="5" name="Picture 4" descr="WhatsApp Image 2024-09-03 at 5.57.42 PM.jpeg"/>
          <p:cNvPicPr>
            <a:picLocks noChangeAspect="1"/>
          </p:cNvPicPr>
          <p:nvPr/>
        </p:nvPicPr>
        <p:blipFill>
          <a:blip r:embed="rId2"/>
          <a:stretch>
            <a:fillRect/>
          </a:stretch>
        </p:blipFill>
        <p:spPr>
          <a:xfrm>
            <a:off x="428596" y="1071546"/>
            <a:ext cx="7643866" cy="5557841"/>
          </a:xfrm>
          <a:prstGeom prst="rect">
            <a:avLst/>
          </a:prstGeom>
        </p:spPr>
      </p:pic>
    </p:spTree>
  </p:cSld>
  <p:clrMapOvr>
    <a:masterClrMapping/>
  </p:clrMapOvr>
  <p:transition>
    <p:cover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pPr>
              <a:buFont typeface="Wingdings" pitchFamily="2" charset="2"/>
              <a:buChar char="v"/>
            </a:pPr>
            <a:r>
              <a:rPr lang="en-US" b="1" u="sng" dirty="0" smtClean="0"/>
              <a:t>About us</a:t>
            </a:r>
            <a:endParaRPr lang="en-US" b="1" u="sng" dirty="0"/>
          </a:p>
        </p:txBody>
      </p:sp>
      <p:pic>
        <p:nvPicPr>
          <p:cNvPr id="4" name="Content Placeholder 3" descr="Screenshot_5-9-2024_19135_localhost (1).jpeg"/>
          <p:cNvPicPr>
            <a:picLocks noGrp="1" noChangeAspect="1"/>
          </p:cNvPicPr>
          <p:nvPr>
            <p:ph sz="quarter" idx="1"/>
          </p:nvPr>
        </p:nvPicPr>
        <p:blipFill>
          <a:blip r:embed="rId2"/>
          <a:stretch>
            <a:fillRect/>
          </a:stretch>
        </p:blipFill>
        <p:spPr>
          <a:xfrm>
            <a:off x="857224" y="1214422"/>
            <a:ext cx="6572296" cy="5643578"/>
          </a:xfrm>
        </p:spPr>
      </p:pic>
    </p:spTree>
  </p:cSld>
  <p:clrMapOvr>
    <a:masterClrMapping/>
  </p:clrMapOvr>
  <p:transition>
    <p:cover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46"/>
          </a:xfrm>
        </p:spPr>
        <p:txBody>
          <a:bodyPr/>
          <a:lstStyle/>
          <a:p>
            <a:pPr>
              <a:buFont typeface="Wingdings" pitchFamily="2" charset="2"/>
              <a:buChar char="v"/>
            </a:pPr>
            <a:r>
              <a:rPr lang="en-US" b="1" u="sng" dirty="0" smtClean="0"/>
              <a:t>Contact Us</a:t>
            </a:r>
            <a:endParaRPr lang="en-US" b="1" u="sng" dirty="0"/>
          </a:p>
        </p:txBody>
      </p:sp>
      <p:pic>
        <p:nvPicPr>
          <p:cNvPr id="4" name="Content Placeholder 3" descr="Screenshot_5-9-2024_191516_localhost.jpeg"/>
          <p:cNvPicPr>
            <a:picLocks noGrp="1" noChangeAspect="1"/>
          </p:cNvPicPr>
          <p:nvPr>
            <p:ph sz="quarter" idx="1"/>
          </p:nvPr>
        </p:nvPicPr>
        <p:blipFill>
          <a:blip r:embed="rId2"/>
          <a:stretch>
            <a:fillRect/>
          </a:stretch>
        </p:blipFill>
        <p:spPr>
          <a:xfrm>
            <a:off x="457200" y="1571612"/>
            <a:ext cx="7467600" cy="4714908"/>
          </a:xfrm>
        </p:spPr>
      </p:pic>
    </p:spTree>
  </p:cSld>
  <p:clrMapOvr>
    <a:masterClrMapping/>
  </p:clrMapOvr>
  <p:transition>
    <p:cover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46"/>
          </a:xfrm>
        </p:spPr>
        <p:txBody>
          <a:bodyPr/>
          <a:lstStyle/>
          <a:p>
            <a:pPr>
              <a:buFont typeface="Wingdings" pitchFamily="2" charset="2"/>
              <a:buChar char="v"/>
            </a:pPr>
            <a:r>
              <a:rPr lang="en-US" b="1" u="sng" smtClean="0"/>
              <a:t>Create Account</a:t>
            </a:r>
            <a:endParaRPr lang="en-US" b="1" u="sng" dirty="0"/>
          </a:p>
        </p:txBody>
      </p:sp>
      <p:sp>
        <p:nvSpPr>
          <p:cNvPr id="11" name="Content Placeholder 10"/>
          <p:cNvSpPr>
            <a:spLocks noGrp="1"/>
          </p:cNvSpPr>
          <p:nvPr>
            <p:ph sz="quarter" idx="1"/>
          </p:nvPr>
        </p:nvSpPr>
        <p:spPr>
          <a:xfrm>
            <a:off x="5000628" y="1643050"/>
            <a:ext cx="3214710" cy="3429024"/>
          </a:xfrm>
        </p:spPr>
        <p:txBody>
          <a:bodyPr/>
          <a:lstStyle/>
          <a:p>
            <a:r>
              <a:rPr lang="en-US" sz="2000" dirty="0" smtClean="0"/>
              <a:t>Create Account Detail </a:t>
            </a:r>
            <a:r>
              <a:rPr lang="en-US" dirty="0" smtClean="0"/>
              <a:t>:</a:t>
            </a:r>
          </a:p>
          <a:p>
            <a:pPr lvl="1">
              <a:buFont typeface="Arial" pitchFamily="34" charset="0"/>
              <a:buChar char="•"/>
            </a:pPr>
            <a:r>
              <a:rPr lang="en-US" sz="2000" dirty="0" smtClean="0">
                <a:latin typeface="Bahnschrift Light Condensed" pitchFamily="34" charset="0"/>
              </a:rPr>
              <a:t>Your Name </a:t>
            </a:r>
          </a:p>
          <a:p>
            <a:pPr lvl="1">
              <a:buFont typeface="Arial" pitchFamily="34" charset="0"/>
              <a:buChar char="•"/>
            </a:pPr>
            <a:r>
              <a:rPr lang="en-US" sz="2000" dirty="0" smtClean="0">
                <a:latin typeface="Bahnschrift Light Condensed" pitchFamily="34" charset="0"/>
              </a:rPr>
              <a:t>Your Phone Number</a:t>
            </a:r>
          </a:p>
          <a:p>
            <a:pPr lvl="1">
              <a:buFont typeface="Arial" pitchFamily="34" charset="0"/>
              <a:buChar char="•"/>
            </a:pPr>
            <a:r>
              <a:rPr lang="en-US" sz="2000" dirty="0" smtClean="0">
                <a:latin typeface="Bahnschrift Light Condensed" pitchFamily="34" charset="0"/>
              </a:rPr>
              <a:t>Your Email</a:t>
            </a:r>
          </a:p>
          <a:p>
            <a:pPr lvl="1">
              <a:buFont typeface="Arial" pitchFamily="34" charset="0"/>
              <a:buChar char="•"/>
            </a:pPr>
            <a:r>
              <a:rPr lang="en-US" sz="2000" dirty="0" smtClean="0">
                <a:latin typeface="Bahnschrift Light Condensed" pitchFamily="34" charset="0"/>
              </a:rPr>
              <a:t>Your Password</a:t>
            </a:r>
          </a:p>
          <a:p>
            <a:pPr lvl="1">
              <a:buFont typeface="Arial" pitchFamily="34" charset="0"/>
              <a:buChar char="•"/>
            </a:pPr>
            <a:r>
              <a:rPr lang="en-US" sz="2000" dirty="0" smtClean="0">
                <a:latin typeface="Bahnschrift Light Condensed" pitchFamily="34" charset="0"/>
              </a:rPr>
              <a:t>Your Address</a:t>
            </a:r>
            <a:endParaRPr lang="en-US" sz="2000" dirty="0">
              <a:latin typeface="Bahnschrift Light Condensed" pitchFamily="34" charset="0"/>
            </a:endParaRPr>
          </a:p>
        </p:txBody>
      </p:sp>
      <p:pic>
        <p:nvPicPr>
          <p:cNvPr id="12" name="Picture 11" descr="WhatsApp Image 2024-09-05 at 6.54.20 PM.jpeg"/>
          <p:cNvPicPr>
            <a:picLocks noChangeAspect="1"/>
          </p:cNvPicPr>
          <p:nvPr/>
        </p:nvPicPr>
        <p:blipFill>
          <a:blip r:embed="rId2"/>
          <a:stretch>
            <a:fillRect/>
          </a:stretch>
        </p:blipFill>
        <p:spPr>
          <a:xfrm>
            <a:off x="500034" y="1357298"/>
            <a:ext cx="4329119" cy="4572033"/>
          </a:xfrm>
          <a:prstGeom prst="rect">
            <a:avLst/>
          </a:prstGeom>
        </p:spPr>
      </p:pic>
    </p:spTree>
  </p:cSld>
  <p:clrMapOvr>
    <a:masterClrMapping/>
  </p:clrMapOvr>
  <p:transition>
    <p:cover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v"/>
            </a:pPr>
            <a:r>
              <a:rPr lang="en-US" b="1" u="sng" dirty="0" smtClean="0"/>
              <a:t>Login information</a:t>
            </a:r>
            <a:endParaRPr lang="en-US" b="1" u="sng" dirty="0"/>
          </a:p>
        </p:txBody>
      </p:sp>
      <p:sp>
        <p:nvSpPr>
          <p:cNvPr id="3" name="Content Placeholder 2"/>
          <p:cNvSpPr>
            <a:spLocks noGrp="1"/>
          </p:cNvSpPr>
          <p:nvPr>
            <p:ph sz="quarter" idx="1"/>
          </p:nvPr>
        </p:nvSpPr>
        <p:spPr>
          <a:xfrm>
            <a:off x="457200" y="1600200"/>
            <a:ext cx="7467600" cy="4829196"/>
          </a:xfrm>
          <a:solidFill>
            <a:schemeClr val="bg1"/>
          </a:solidFill>
          <a:ln>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a:lstStyle/>
          <a:p>
            <a:endParaRPr lang="en-US" dirty="0"/>
          </a:p>
        </p:txBody>
      </p:sp>
      <p:sp>
        <p:nvSpPr>
          <p:cNvPr id="4" name="Oval 3"/>
          <p:cNvSpPr/>
          <p:nvPr/>
        </p:nvSpPr>
        <p:spPr>
          <a:xfrm>
            <a:off x="3214678" y="2643182"/>
            <a:ext cx="1857388" cy="12858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Login</a:t>
            </a:r>
            <a:endParaRPr lang="en-US" sz="2400" dirty="0"/>
          </a:p>
        </p:txBody>
      </p:sp>
      <p:sp>
        <p:nvSpPr>
          <p:cNvPr id="5" name="Flowchart: Terminator 4"/>
          <p:cNvSpPr/>
          <p:nvPr/>
        </p:nvSpPr>
        <p:spPr>
          <a:xfrm>
            <a:off x="857224" y="3000372"/>
            <a:ext cx="1928826" cy="642942"/>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Admin </a:t>
            </a:r>
            <a:endParaRPr lang="en-US" dirty="0"/>
          </a:p>
        </p:txBody>
      </p:sp>
      <p:sp>
        <p:nvSpPr>
          <p:cNvPr id="6" name="Flowchart: Terminator 5"/>
          <p:cNvSpPr/>
          <p:nvPr/>
        </p:nvSpPr>
        <p:spPr>
          <a:xfrm>
            <a:off x="5429256" y="3000372"/>
            <a:ext cx="1928826" cy="642942"/>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Seller</a:t>
            </a:r>
            <a:endParaRPr lang="en-US" dirty="0"/>
          </a:p>
        </p:txBody>
      </p:sp>
      <p:cxnSp>
        <p:nvCxnSpPr>
          <p:cNvPr id="31" name="Elbow Connector 30"/>
          <p:cNvCxnSpPr>
            <a:stCxn id="4" idx="0"/>
            <a:endCxn id="5" idx="0"/>
          </p:cNvCxnSpPr>
          <p:nvPr/>
        </p:nvCxnSpPr>
        <p:spPr>
          <a:xfrm rot="16200000" flipH="1" flipV="1">
            <a:off x="2803910" y="1660909"/>
            <a:ext cx="357190" cy="2321735"/>
          </a:xfrm>
          <a:prstGeom prst="bentConnector3">
            <a:avLst>
              <a:gd name="adj1" fmla="val -64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a:endCxn id="6" idx="0"/>
          </p:cNvCxnSpPr>
          <p:nvPr/>
        </p:nvCxnSpPr>
        <p:spPr>
          <a:xfrm>
            <a:off x="4143372" y="2428868"/>
            <a:ext cx="2250297" cy="57150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1071538" y="3929066"/>
            <a:ext cx="1571636" cy="21431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Dashboard</a:t>
            </a:r>
          </a:p>
          <a:p>
            <a:pPr algn="ctr"/>
            <a:r>
              <a:rPr lang="en-US" dirty="0" smtClean="0"/>
              <a:t>Category</a:t>
            </a:r>
          </a:p>
          <a:p>
            <a:pPr algn="ctr"/>
            <a:r>
              <a:rPr lang="en-US" dirty="0" smtClean="0"/>
              <a:t>Product</a:t>
            </a:r>
          </a:p>
          <a:p>
            <a:pPr algn="ctr"/>
            <a:r>
              <a:rPr lang="en-US" dirty="0" smtClean="0"/>
              <a:t>Seller</a:t>
            </a:r>
          </a:p>
          <a:p>
            <a:pPr algn="ctr"/>
            <a:r>
              <a:rPr lang="en-US" dirty="0" err="1" smtClean="0"/>
              <a:t>Allbills</a:t>
            </a:r>
            <a:endParaRPr lang="en-US" dirty="0"/>
          </a:p>
        </p:txBody>
      </p:sp>
      <p:sp>
        <p:nvSpPr>
          <p:cNvPr id="41" name="Rounded Rectangle 40"/>
          <p:cNvSpPr/>
          <p:nvPr/>
        </p:nvSpPr>
        <p:spPr>
          <a:xfrm>
            <a:off x="5572132" y="3929066"/>
            <a:ext cx="1643074" cy="21431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Billing</a:t>
            </a:r>
          </a:p>
          <a:p>
            <a:pPr algn="ctr"/>
            <a:r>
              <a:rPr lang="en-US" dirty="0" err="1" smtClean="0"/>
              <a:t>BillHistory</a:t>
            </a:r>
            <a:endParaRPr lang="en-US" dirty="0" smtClean="0"/>
          </a:p>
          <a:p>
            <a:pPr algn="ctr"/>
            <a:r>
              <a:rPr lang="en-US" dirty="0" smtClean="0"/>
              <a:t>Logout</a:t>
            </a:r>
            <a:endParaRPr lang="en-US" dirty="0"/>
          </a:p>
        </p:txBody>
      </p:sp>
      <p:sp>
        <p:nvSpPr>
          <p:cNvPr id="45" name="Down Arrow 44"/>
          <p:cNvSpPr/>
          <p:nvPr/>
        </p:nvSpPr>
        <p:spPr>
          <a:xfrm>
            <a:off x="1714480" y="3643314"/>
            <a:ext cx="142876" cy="285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6357950" y="3643314"/>
            <a:ext cx="142876" cy="285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cover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939784"/>
          </a:xfrm>
        </p:spPr>
        <p:txBody>
          <a:bodyPr/>
          <a:lstStyle/>
          <a:p>
            <a:pPr>
              <a:buFont typeface="Wingdings" pitchFamily="2" charset="2"/>
              <a:buChar char="v"/>
            </a:pPr>
            <a:r>
              <a:rPr lang="en-US" b="1" u="sng" dirty="0" smtClean="0"/>
              <a:t>Login page</a:t>
            </a:r>
            <a:endParaRPr lang="en-US" b="1" u="sng" dirty="0"/>
          </a:p>
        </p:txBody>
      </p:sp>
      <p:sp>
        <p:nvSpPr>
          <p:cNvPr id="3" name="Content Placeholder 2"/>
          <p:cNvSpPr>
            <a:spLocks noGrp="1"/>
          </p:cNvSpPr>
          <p:nvPr>
            <p:ph sz="quarter" idx="1"/>
          </p:nvPr>
        </p:nvSpPr>
        <p:spPr>
          <a:xfrm>
            <a:off x="5715008" y="2214554"/>
            <a:ext cx="2281230" cy="3328998"/>
          </a:xfrm>
        </p:spPr>
        <p:txBody>
          <a:bodyPr/>
          <a:lstStyle/>
          <a:p>
            <a:r>
              <a:rPr lang="en-US" u="sng" dirty="0" smtClean="0">
                <a:latin typeface="Arial Narrow" pitchFamily="34" charset="0"/>
              </a:rPr>
              <a:t>Login </a:t>
            </a:r>
            <a:endParaRPr lang="en-US" u="sng" dirty="0" smtClean="0"/>
          </a:p>
          <a:p>
            <a:pPr lvl="1"/>
            <a:r>
              <a:rPr lang="en-US" dirty="0" smtClean="0">
                <a:latin typeface="Bahnschrift Light" pitchFamily="34" charset="0"/>
              </a:rPr>
              <a:t>Two Type : </a:t>
            </a:r>
          </a:p>
          <a:p>
            <a:pPr marL="822960" lvl="1" indent="-457200">
              <a:buFont typeface="+mj-lt"/>
              <a:buAutoNum type="arabicPeriod"/>
            </a:pPr>
            <a:r>
              <a:rPr lang="en-US" dirty="0" smtClean="0">
                <a:latin typeface="Bahnschrift Light Condensed" pitchFamily="34" charset="0"/>
              </a:rPr>
              <a:t>Admin</a:t>
            </a:r>
          </a:p>
          <a:p>
            <a:pPr marL="822960" lvl="1" indent="-457200">
              <a:buFont typeface="+mj-lt"/>
              <a:buAutoNum type="arabicPeriod"/>
            </a:pPr>
            <a:r>
              <a:rPr lang="en-US" dirty="0" smtClean="0">
                <a:latin typeface="Bahnschrift Light Condensed" pitchFamily="34" charset="0"/>
              </a:rPr>
              <a:t>seller </a:t>
            </a:r>
            <a:endParaRPr lang="en-US" dirty="0">
              <a:latin typeface="Bahnschrift Light Condensed" pitchFamily="34" charset="0"/>
            </a:endParaRPr>
          </a:p>
        </p:txBody>
      </p:sp>
      <p:pic>
        <p:nvPicPr>
          <p:cNvPr id="4" name="Picture 3" descr="WhatsApp Image 2024-09-05 at 6.52.27 PM.jpeg"/>
          <p:cNvPicPr>
            <a:picLocks noChangeAspect="1"/>
          </p:cNvPicPr>
          <p:nvPr/>
        </p:nvPicPr>
        <p:blipFill>
          <a:blip r:embed="rId2"/>
          <a:stretch>
            <a:fillRect/>
          </a:stretch>
        </p:blipFill>
        <p:spPr>
          <a:xfrm>
            <a:off x="285720" y="1500174"/>
            <a:ext cx="5214953" cy="4786346"/>
          </a:xfrm>
          <a:prstGeom prst="rect">
            <a:avLst/>
          </a:prstGeom>
        </p:spPr>
      </p:pic>
    </p:spTree>
  </p:cSld>
  <p:clrMapOvr>
    <a:masterClrMapping/>
  </p:clrMapOvr>
  <p:transition>
    <p:cover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25470"/>
          </a:xfrm>
        </p:spPr>
        <p:txBody>
          <a:bodyPr/>
          <a:lstStyle/>
          <a:p>
            <a:pPr>
              <a:buFont typeface="Wingdings" pitchFamily="2" charset="2"/>
              <a:buChar char="Ø"/>
            </a:pPr>
            <a:r>
              <a:rPr lang="en-US" b="1" u="sng" dirty="0" smtClean="0"/>
              <a:t>Admin  :  Dashboard</a:t>
            </a:r>
            <a:endParaRPr lang="en-US" b="1" u="sng" dirty="0"/>
          </a:p>
        </p:txBody>
      </p:sp>
      <p:sp>
        <p:nvSpPr>
          <p:cNvPr id="3" name="Content Placeholder 2"/>
          <p:cNvSpPr>
            <a:spLocks noGrp="1"/>
          </p:cNvSpPr>
          <p:nvPr>
            <p:ph sz="quarter" idx="1"/>
          </p:nvPr>
        </p:nvSpPr>
        <p:spPr>
          <a:xfrm>
            <a:off x="285720" y="5072074"/>
            <a:ext cx="7467600" cy="1400172"/>
          </a:xfrm>
        </p:spPr>
        <p:txBody>
          <a:bodyPr>
            <a:normAutofit fontScale="85000" lnSpcReduction="10000"/>
          </a:bodyPr>
          <a:lstStyle/>
          <a:p>
            <a:r>
              <a:rPr lang="en-US" dirty="0" smtClean="0"/>
              <a:t>In the dashboard page, we can get information about how many products, how many categories, how much money has come, how many sales, how many sellers and how many items the seller has sold from the statistics.</a:t>
            </a:r>
            <a:endParaRPr lang="en-US" dirty="0"/>
          </a:p>
        </p:txBody>
      </p:sp>
      <p:pic>
        <p:nvPicPr>
          <p:cNvPr id="6" name="Picture 5" descr="WhatsApp Image 2024-09-05 at 10.38.24 PM.jpeg"/>
          <p:cNvPicPr>
            <a:picLocks noChangeAspect="1"/>
          </p:cNvPicPr>
          <p:nvPr/>
        </p:nvPicPr>
        <p:blipFill>
          <a:blip r:embed="rId2"/>
          <a:stretch>
            <a:fillRect/>
          </a:stretch>
        </p:blipFill>
        <p:spPr>
          <a:xfrm>
            <a:off x="1000100" y="1214422"/>
            <a:ext cx="6495087" cy="3643338"/>
          </a:xfrm>
          <a:prstGeom prst="rect">
            <a:avLst/>
          </a:prstGeom>
        </p:spPr>
      </p:pic>
    </p:spTree>
  </p:cSld>
  <p:clrMapOvr>
    <a:masterClrMapping/>
  </p:clrMapOvr>
  <p:transition>
    <p:cover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pPr>
              <a:buFont typeface="Wingdings" pitchFamily="2" charset="2"/>
              <a:buChar char="Ø"/>
            </a:pPr>
            <a:r>
              <a:rPr lang="en-US" b="1" u="sng" dirty="0" smtClean="0"/>
              <a:t>Admin  :  Products</a:t>
            </a:r>
            <a:endParaRPr lang="en-US" dirty="0"/>
          </a:p>
        </p:txBody>
      </p:sp>
      <p:sp>
        <p:nvSpPr>
          <p:cNvPr id="3" name="Content Placeholder 2"/>
          <p:cNvSpPr>
            <a:spLocks noGrp="1"/>
          </p:cNvSpPr>
          <p:nvPr>
            <p:ph sz="quarter" idx="1"/>
          </p:nvPr>
        </p:nvSpPr>
        <p:spPr>
          <a:xfrm>
            <a:off x="457200" y="5357826"/>
            <a:ext cx="7467600" cy="1116126"/>
          </a:xfrm>
        </p:spPr>
        <p:txBody>
          <a:bodyPr>
            <a:normAutofit fontScale="70000" lnSpcReduction="20000"/>
          </a:bodyPr>
          <a:lstStyle/>
          <a:p>
            <a:r>
              <a:rPr lang="en-US" dirty="0" smtClean="0"/>
              <a:t>The product page also contains the product name, category, price, content, description and image, in which you can add, change and delete products, and you can search for products with different names by the search operation from the product name.</a:t>
            </a:r>
            <a:endParaRPr lang="en-US" dirty="0"/>
          </a:p>
        </p:txBody>
      </p:sp>
      <p:pic>
        <p:nvPicPr>
          <p:cNvPr id="5" name="Picture 4" descr="WhatsApp Image 2024-09-05 at 10.38.24 PM.jpeg"/>
          <p:cNvPicPr>
            <a:picLocks noChangeAspect="1"/>
          </p:cNvPicPr>
          <p:nvPr/>
        </p:nvPicPr>
        <p:blipFill>
          <a:blip r:embed="rId2"/>
          <a:stretch>
            <a:fillRect/>
          </a:stretch>
        </p:blipFill>
        <p:spPr>
          <a:xfrm>
            <a:off x="357158" y="1285860"/>
            <a:ext cx="8143932" cy="3929090"/>
          </a:xfrm>
          <a:prstGeom prst="rect">
            <a:avLst/>
          </a:prstGeom>
        </p:spPr>
      </p:pic>
    </p:spTree>
  </p:cSld>
  <p:clrMapOvr>
    <a:masterClrMapping/>
  </p:clrMapOvr>
  <p:transition>
    <p:cover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25470"/>
          </a:xfrm>
        </p:spPr>
        <p:txBody>
          <a:bodyPr>
            <a:normAutofit/>
          </a:bodyPr>
          <a:lstStyle/>
          <a:p>
            <a:pPr>
              <a:buFont typeface="Wingdings" pitchFamily="2" charset="2"/>
              <a:buChar char="Ø"/>
            </a:pPr>
            <a:r>
              <a:rPr lang="en-US" b="1" u="sng" dirty="0" smtClean="0"/>
              <a:t>Admin  : Categories</a:t>
            </a:r>
            <a:endParaRPr lang="en-US" dirty="0"/>
          </a:p>
        </p:txBody>
      </p:sp>
      <p:sp>
        <p:nvSpPr>
          <p:cNvPr id="3" name="Content Placeholder 2"/>
          <p:cNvSpPr>
            <a:spLocks noGrp="1"/>
          </p:cNvSpPr>
          <p:nvPr>
            <p:ph sz="quarter" idx="1"/>
          </p:nvPr>
        </p:nvSpPr>
        <p:spPr>
          <a:xfrm>
            <a:off x="457200" y="5500702"/>
            <a:ext cx="7467600" cy="973250"/>
          </a:xfrm>
        </p:spPr>
        <p:txBody>
          <a:bodyPr>
            <a:normAutofit fontScale="70000" lnSpcReduction="20000"/>
          </a:bodyPr>
          <a:lstStyle/>
          <a:p>
            <a:r>
              <a:rPr lang="en-US" dirty="0" smtClean="0"/>
              <a:t>Category page has category unique ID, category name, and category description, in which you can add product description with different names, change or delete it, you can search and find your category by category name.</a:t>
            </a:r>
            <a:endParaRPr lang="en-US" dirty="0"/>
          </a:p>
        </p:txBody>
      </p:sp>
      <p:pic>
        <p:nvPicPr>
          <p:cNvPr id="5" name="Picture 4" descr="WhatsApp Image 2024-09-05 at 6.52.26 PM.jpeg"/>
          <p:cNvPicPr>
            <a:picLocks noChangeAspect="1"/>
          </p:cNvPicPr>
          <p:nvPr/>
        </p:nvPicPr>
        <p:blipFill>
          <a:blip r:embed="rId2"/>
          <a:stretch>
            <a:fillRect/>
          </a:stretch>
        </p:blipFill>
        <p:spPr>
          <a:xfrm>
            <a:off x="500034" y="1142984"/>
            <a:ext cx="8001056" cy="4071966"/>
          </a:xfrm>
          <a:prstGeom prst="rect">
            <a:avLst/>
          </a:prstGeom>
        </p:spPr>
      </p:pic>
    </p:spTree>
  </p:cSld>
  <p:clrMapOvr>
    <a:masterClrMapping/>
  </p:clrMapOvr>
  <p:transition>
    <p:cover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25470"/>
          </a:xfrm>
        </p:spPr>
        <p:txBody>
          <a:bodyPr/>
          <a:lstStyle/>
          <a:p>
            <a:pPr>
              <a:buFont typeface="Wingdings" pitchFamily="2" charset="2"/>
              <a:buChar char="Ø"/>
            </a:pPr>
            <a:r>
              <a:rPr lang="en-US" b="1" u="sng" dirty="0" smtClean="0"/>
              <a:t>Admin  :  seller</a:t>
            </a:r>
            <a:endParaRPr lang="en-US" b="1" u="sng" dirty="0"/>
          </a:p>
        </p:txBody>
      </p:sp>
      <p:sp>
        <p:nvSpPr>
          <p:cNvPr id="3" name="Content Placeholder 2"/>
          <p:cNvSpPr>
            <a:spLocks noGrp="1"/>
          </p:cNvSpPr>
          <p:nvPr>
            <p:ph sz="quarter" idx="1"/>
          </p:nvPr>
        </p:nvSpPr>
        <p:spPr>
          <a:xfrm>
            <a:off x="457200" y="5572140"/>
            <a:ext cx="7467600" cy="901812"/>
          </a:xfrm>
        </p:spPr>
        <p:txBody>
          <a:bodyPr>
            <a:normAutofit fontScale="62500" lnSpcReduction="20000"/>
          </a:bodyPr>
          <a:lstStyle/>
          <a:p>
            <a:r>
              <a:rPr lang="en-US" dirty="0" smtClean="0"/>
              <a:t>You can add different sellers in the seller page with name, email, password, phone number and address. You can also change or delete it. You can also login by email and password. Can also perform search operation by seller name.</a:t>
            </a:r>
            <a:endParaRPr lang="en-US" dirty="0"/>
          </a:p>
        </p:txBody>
      </p:sp>
      <p:pic>
        <p:nvPicPr>
          <p:cNvPr id="5" name="Picture 4" descr="WhatsApp Image 2024-09-05 at 6.52.27 PM (1).jpeg"/>
          <p:cNvPicPr>
            <a:picLocks noChangeAspect="1"/>
          </p:cNvPicPr>
          <p:nvPr/>
        </p:nvPicPr>
        <p:blipFill>
          <a:blip r:embed="rId2"/>
          <a:stretch>
            <a:fillRect/>
          </a:stretch>
        </p:blipFill>
        <p:spPr>
          <a:xfrm>
            <a:off x="357158" y="1214422"/>
            <a:ext cx="8001056" cy="4357718"/>
          </a:xfrm>
          <a:prstGeom prst="rect">
            <a:avLst/>
          </a:prstGeom>
        </p:spPr>
      </p:pic>
    </p:spTree>
  </p:cSld>
  <p:clrMapOvr>
    <a:masterClrMapping/>
  </p:clrMapOvr>
  <p:transition>
    <p:cover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54032"/>
          </a:xfrm>
        </p:spPr>
        <p:txBody>
          <a:bodyPr/>
          <a:lstStyle/>
          <a:p>
            <a:pPr>
              <a:buFont typeface="Wingdings" pitchFamily="2" charset="2"/>
              <a:buChar char="Ø"/>
            </a:pPr>
            <a:r>
              <a:rPr lang="en-US" b="1" u="sng" dirty="0" smtClean="0"/>
              <a:t>Admin page  :  Bill</a:t>
            </a:r>
            <a:endParaRPr lang="en-US" b="1" u="sng" dirty="0"/>
          </a:p>
        </p:txBody>
      </p:sp>
      <p:sp>
        <p:nvSpPr>
          <p:cNvPr id="3" name="Content Placeholder 2"/>
          <p:cNvSpPr>
            <a:spLocks noGrp="1"/>
          </p:cNvSpPr>
          <p:nvPr>
            <p:ph sz="quarter" idx="1"/>
          </p:nvPr>
        </p:nvSpPr>
        <p:spPr>
          <a:xfrm>
            <a:off x="428596" y="5357826"/>
            <a:ext cx="7467600" cy="1143008"/>
          </a:xfrm>
        </p:spPr>
        <p:txBody>
          <a:bodyPr>
            <a:normAutofit lnSpcReduction="10000"/>
          </a:bodyPr>
          <a:lstStyle/>
          <a:p>
            <a:r>
              <a:rPr lang="en-US" dirty="0" smtClean="0"/>
              <a:t>The All Bills page contains bills for every item sold Which is sold by the seller. Can also delete its bills which is with the admin.</a:t>
            </a:r>
            <a:endParaRPr lang="en-US" dirty="0"/>
          </a:p>
        </p:txBody>
      </p:sp>
      <p:pic>
        <p:nvPicPr>
          <p:cNvPr id="5" name="Picture 4" descr="Screenshot_30-9-2024_181530_localhost.jpeg"/>
          <p:cNvPicPr>
            <a:picLocks noChangeAspect="1"/>
          </p:cNvPicPr>
          <p:nvPr/>
        </p:nvPicPr>
        <p:blipFill>
          <a:blip r:embed="rId2"/>
          <a:stretch>
            <a:fillRect/>
          </a:stretch>
        </p:blipFill>
        <p:spPr>
          <a:xfrm>
            <a:off x="428596" y="1117003"/>
            <a:ext cx="8143932" cy="3955071"/>
          </a:xfrm>
          <a:prstGeom prst="rect">
            <a:avLst/>
          </a:prstGeom>
        </p:spPr>
      </p:pic>
    </p:spTree>
  </p:cSld>
  <p:clrMapOvr>
    <a:masterClrMapping/>
  </p:clrMapOvr>
  <p:transition>
    <p:cover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11156"/>
          </a:xfrm>
        </p:spPr>
        <p:txBody>
          <a:bodyPr>
            <a:normAutofit fontScale="90000"/>
          </a:bodyPr>
          <a:lstStyle/>
          <a:p>
            <a:pPr>
              <a:buFont typeface="Wingdings" pitchFamily="2" charset="2"/>
              <a:buChar char="Ø"/>
            </a:pPr>
            <a:r>
              <a:rPr lang="en-US" b="1" u="sng" dirty="0" smtClean="0"/>
              <a:t>Admin page  :  </a:t>
            </a:r>
            <a:r>
              <a:rPr lang="en-US" b="1" u="sng" dirty="0" smtClean="0"/>
              <a:t>Sell - Products</a:t>
            </a:r>
            <a:endParaRPr lang="en-US" dirty="0"/>
          </a:p>
        </p:txBody>
      </p:sp>
      <p:pic>
        <p:nvPicPr>
          <p:cNvPr id="4" name="Content Placeholder 3" descr="Screenshot_30-9-2024_18164_localhost.jpeg"/>
          <p:cNvPicPr>
            <a:picLocks noGrp="1" noChangeAspect="1"/>
          </p:cNvPicPr>
          <p:nvPr>
            <p:ph sz="quarter" idx="1"/>
          </p:nvPr>
        </p:nvPicPr>
        <p:blipFill>
          <a:blip r:embed="rId2"/>
          <a:stretch>
            <a:fillRect/>
          </a:stretch>
        </p:blipFill>
        <p:spPr>
          <a:xfrm>
            <a:off x="357158" y="1071546"/>
            <a:ext cx="8143932" cy="4572032"/>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6908"/>
          </a:xfrm>
        </p:spPr>
        <p:txBody>
          <a:bodyPr/>
          <a:lstStyle/>
          <a:p>
            <a:pPr>
              <a:buFont typeface="Wingdings" pitchFamily="2" charset="2"/>
              <a:buChar char="Ø"/>
            </a:pPr>
            <a:r>
              <a:rPr lang="en-US" b="1" u="sng" dirty="0" smtClean="0"/>
              <a:t>Seller  :  Billing</a:t>
            </a:r>
            <a:endParaRPr lang="en-US" b="1" u="sng" dirty="0"/>
          </a:p>
        </p:txBody>
      </p:sp>
      <p:sp>
        <p:nvSpPr>
          <p:cNvPr id="3" name="Content Placeholder 2"/>
          <p:cNvSpPr>
            <a:spLocks noGrp="1"/>
          </p:cNvSpPr>
          <p:nvPr>
            <p:ph sz="quarter" idx="1"/>
          </p:nvPr>
        </p:nvSpPr>
        <p:spPr>
          <a:xfrm>
            <a:off x="457200" y="5643578"/>
            <a:ext cx="7467600" cy="830374"/>
          </a:xfrm>
        </p:spPr>
        <p:txBody>
          <a:bodyPr>
            <a:normAutofit fontScale="62500" lnSpcReduction="20000"/>
          </a:bodyPr>
          <a:lstStyle/>
          <a:p>
            <a:r>
              <a:rPr lang="en-US" dirty="0" smtClean="0"/>
              <a:t>The bill page contains all the products that are provided from the admin side. As much as the bill is stored in a temporary table. The price of each item billed to A is shown below in a total price. Print Bell generates a PDF format and prints it And that data is found in Bill History or All Bills page.</a:t>
            </a:r>
            <a:endParaRPr lang="en-US" dirty="0"/>
          </a:p>
        </p:txBody>
      </p:sp>
      <p:pic>
        <p:nvPicPr>
          <p:cNvPr id="4" name="Picture 3" descr="WhatsApp Image 2024-09-05 at 6.52.28 PM.jpeg"/>
          <p:cNvPicPr>
            <a:picLocks noChangeAspect="1"/>
          </p:cNvPicPr>
          <p:nvPr/>
        </p:nvPicPr>
        <p:blipFill>
          <a:blip r:embed="rId2"/>
          <a:stretch>
            <a:fillRect/>
          </a:stretch>
        </p:blipFill>
        <p:spPr>
          <a:xfrm>
            <a:off x="214282" y="1214422"/>
            <a:ext cx="8429684" cy="4429138"/>
          </a:xfrm>
          <a:prstGeom prst="rect">
            <a:avLst/>
          </a:prstGeom>
        </p:spPr>
      </p:pic>
    </p:spTree>
  </p:cSld>
  <p:clrMapOvr>
    <a:masterClrMapping/>
  </p:clrMapOvr>
  <p:transition>
    <p:cover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Font typeface="Wingdings" pitchFamily="2" charset="2"/>
              <a:buChar char="Ø"/>
            </a:pPr>
            <a:r>
              <a:rPr lang="en-US" b="1" u="sng" dirty="0" smtClean="0"/>
              <a:t>PDF bill</a:t>
            </a:r>
            <a:endParaRPr lang="en-US" b="1" u="sng" dirty="0"/>
          </a:p>
        </p:txBody>
      </p:sp>
      <p:pic>
        <p:nvPicPr>
          <p:cNvPr id="4" name="Content Placeholder 3" descr="WhatsApp Image 2024-09-05 at 6.52.28 PM (1).jpeg"/>
          <p:cNvPicPr>
            <a:picLocks noGrp="1" noChangeAspect="1"/>
          </p:cNvPicPr>
          <p:nvPr>
            <p:ph sz="quarter" idx="1"/>
          </p:nvPr>
        </p:nvPicPr>
        <p:blipFill>
          <a:blip r:embed="rId2"/>
          <a:stretch>
            <a:fillRect/>
          </a:stretch>
        </p:blipFill>
        <p:spPr>
          <a:xfrm>
            <a:off x="457200" y="1643050"/>
            <a:ext cx="7686700" cy="4786346"/>
          </a:xfrm>
        </p:spPr>
      </p:pic>
    </p:spTree>
  </p:cSld>
  <p:clrMapOvr>
    <a:masterClrMapping/>
  </p:clrMapOvr>
  <p:transition>
    <p:cover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46"/>
          </a:xfrm>
        </p:spPr>
        <p:txBody>
          <a:bodyPr/>
          <a:lstStyle/>
          <a:p>
            <a:pPr>
              <a:buFont typeface="Wingdings" pitchFamily="2" charset="2"/>
              <a:buChar char="Ø"/>
            </a:pPr>
            <a:r>
              <a:rPr lang="en-US" b="1" u="sng" dirty="0" smtClean="0"/>
              <a:t>Seller  :  bill history</a:t>
            </a:r>
            <a:endParaRPr lang="en-US" b="1" u="sng" dirty="0"/>
          </a:p>
        </p:txBody>
      </p:sp>
      <p:sp>
        <p:nvSpPr>
          <p:cNvPr id="3" name="Content Placeholder 2"/>
          <p:cNvSpPr>
            <a:spLocks noGrp="1"/>
          </p:cNvSpPr>
          <p:nvPr>
            <p:ph sz="quarter" idx="1"/>
          </p:nvPr>
        </p:nvSpPr>
        <p:spPr>
          <a:xfrm>
            <a:off x="428596" y="4214818"/>
            <a:ext cx="7467600" cy="901812"/>
          </a:xfrm>
        </p:spPr>
        <p:txBody>
          <a:bodyPr>
            <a:normAutofit fontScale="92500" lnSpcReduction="20000"/>
          </a:bodyPr>
          <a:lstStyle/>
          <a:p>
            <a:r>
              <a:rPr lang="en-US" dirty="0" smtClean="0"/>
              <a:t>In the billing page, the details of the seller for whom the bill has been generated and the total amount of his bill can be seen on this page.</a:t>
            </a:r>
            <a:endParaRPr lang="en-US" dirty="0"/>
          </a:p>
        </p:txBody>
      </p:sp>
      <p:pic>
        <p:nvPicPr>
          <p:cNvPr id="4" name="Picture 3" descr="WhatsApp Image 2024-09-05 at 6.52.28 PM (2).jpeg"/>
          <p:cNvPicPr>
            <a:picLocks noChangeAspect="1"/>
          </p:cNvPicPr>
          <p:nvPr/>
        </p:nvPicPr>
        <p:blipFill>
          <a:blip r:embed="rId2"/>
          <a:stretch>
            <a:fillRect/>
          </a:stretch>
        </p:blipFill>
        <p:spPr>
          <a:xfrm>
            <a:off x="357158" y="1571612"/>
            <a:ext cx="8215370" cy="2300288"/>
          </a:xfrm>
          <a:prstGeom prst="rect">
            <a:avLst/>
          </a:prstGeom>
        </p:spPr>
      </p:pic>
    </p:spTree>
  </p:cSld>
  <p:clrMapOvr>
    <a:masterClrMapping/>
  </p:clrMapOvr>
  <p:transition>
    <p:cover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end </a:t>
            </a:r>
            <a:endParaRPr lang="en-US" dirty="0"/>
          </a:p>
        </p:txBody>
      </p:sp>
      <p:sp>
        <p:nvSpPr>
          <p:cNvPr id="3" name="Subtitle 2"/>
          <p:cNvSpPr>
            <a:spLocks noGrp="1"/>
          </p:cNvSpPr>
          <p:nvPr>
            <p:ph type="subTitle" idx="1"/>
          </p:nvPr>
        </p:nvSpPr>
        <p:spPr/>
        <p:txBody>
          <a:bodyPr/>
          <a:lstStyle/>
          <a:p>
            <a:r>
              <a:rPr lang="en-US" dirty="0" smtClean="0"/>
              <a:t>Thank you.</a:t>
            </a:r>
            <a:endParaRPr lang="en-US" dirty="0"/>
          </a:p>
        </p:txBody>
      </p:sp>
    </p:spTree>
  </p:cSld>
  <p:clrMapOvr>
    <a:masterClrMapping/>
  </p:clrMapOvr>
  <p:transition>
    <p:cover dir="d"/>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803</TotalTime>
  <Words>499</Words>
  <Application>Microsoft Office PowerPoint</Application>
  <PresentationFormat>On-screen Show (4:3)</PresentationFormat>
  <Paragraphs>69</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Oriel</vt:lpstr>
      <vt:lpstr>Welcome</vt:lpstr>
      <vt:lpstr>Title</vt:lpstr>
      <vt:lpstr>Project definition</vt:lpstr>
      <vt:lpstr>Project objective</vt:lpstr>
      <vt:lpstr>Project information</vt:lpstr>
      <vt:lpstr>Home page</vt:lpstr>
      <vt:lpstr>About us</vt:lpstr>
      <vt:lpstr>Contact Us</vt:lpstr>
      <vt:lpstr>Create Account</vt:lpstr>
      <vt:lpstr>Login information</vt:lpstr>
      <vt:lpstr>Login page</vt:lpstr>
      <vt:lpstr>Admin  :  Dashboard</vt:lpstr>
      <vt:lpstr>Admin  :  Products</vt:lpstr>
      <vt:lpstr>Admin  : Categories</vt:lpstr>
      <vt:lpstr>Admin  :  seller</vt:lpstr>
      <vt:lpstr>Admin page  :  Bill</vt:lpstr>
      <vt:lpstr>Admin page  :  Sell - Products</vt:lpstr>
      <vt:lpstr>Seller  :  Billing</vt:lpstr>
      <vt:lpstr>PDF bill</vt:lpstr>
      <vt:lpstr>Seller  :  bill history</vt:lpstr>
      <vt:lpstr>The end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Dell</dc:creator>
  <cp:lastModifiedBy>Windows User</cp:lastModifiedBy>
  <cp:revision>26</cp:revision>
  <dcterms:created xsi:type="dcterms:W3CDTF">2024-09-03T12:46:54Z</dcterms:created>
  <dcterms:modified xsi:type="dcterms:W3CDTF">2024-09-30T13:02:46Z</dcterms:modified>
</cp:coreProperties>
</file>